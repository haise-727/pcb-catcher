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8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FFC3-6203-13C5-E465-C1F1BAD6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4B58766-F168-D949-A1FB-1B7B65F16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25EBC7A-8C45-EA48-8134-82CE011ED5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8F01CA3-9C57-074A-74FE-69CBA406E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69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0697" y="2120809"/>
            <a:ext cx="2731561" cy="292147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35333" y="1109892"/>
            <a:ext cx="7721333" cy="117035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2679" y="452775"/>
            <a:ext cx="10946314" cy="1383097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VITISH 2026</a:t>
            </a:r>
            <a:b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(SIH Internal Hackathon)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Software/Hardware</a:t>
            </a:r>
          </a:p>
        </p:txBody>
      </p:sp>
      <p:pic>
        <p:nvPicPr>
          <p:cNvPr id="12" name="Picture 1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7A64D61F-5B8B-15E3-BC96-0ADAA372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E2C68-82E2-FD05-194A-E171A407F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371CB0-1A59-51B4-E3F7-E33EA9607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91370C-3C8F-2DF3-1F44-F3D03B248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46268"/>
            <a:ext cx="10972800" cy="810338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38667" y="1613363"/>
            <a:ext cx="11401777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 / Solution / 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A64F85A-4812-BFE5-1A0F-B9D56B80D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8C7FB-C129-34A7-CD8E-51B30CEC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D8CEE5-DB81-2FED-E18C-93C5EB087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B63282-0927-87F1-14CA-1FD03536B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9191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533653"/>
            <a:ext cx="109728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 / Images / working prototype)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90C3FE7-BCAA-CE0E-1D86-8851C30C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A6042D-8042-92BF-FB24-295E833DA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1FBA56-21D2-F6A5-238D-E71D2C519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98971F-A754-C98B-3472-49C7BEE2D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6C9F656-3B5F-89C1-DEB3-9EA3B601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7E0056-77E4-AEF9-9B10-BFD8B63D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6988" y="9118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FEASIBILITY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7787CA2-DF1E-E17A-8FF9-2EB55331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8E6512-5D92-8D5C-6853-DB07DD0E1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EA0E46-96BA-CC87-BB26-9D0EAFC63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C8F8DF-8F86-5D8E-957B-D5CDC9336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B38342-6BFC-CC80-ACAA-BA3FCB20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DEE5B70-B055-41F6-B17F-03162C64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REAL WORLD IMPACTS, BENEFITS &amp; RELEVANCE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601387"/>
            <a:ext cx="106567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87A1332-F984-FE94-C653-14B8C3AB7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F48F0-EC57-48BB-A916-064508682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2CD695-5E6A-2CDC-FEA6-1BD219A74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D03E15-2AA0-F111-AA50-1B96453F4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279345-B127-20A0-F960-6BFA951A7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FAB6CE9-9EAF-37AD-9295-3624C0DB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FC37-8A86-D45F-BD8E-E5F82FE6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802B630-148B-DEB7-9E9F-671395E5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TEAM CAPABILITY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56E84CA-676B-C596-ACFE-094333B81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2601387"/>
            <a:ext cx="10656711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Team’s experience in the domain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Why choosing the domain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Proof of past work in the domain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1FB34FF6-83BB-C775-F565-5CBCA3CD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0FE33-8D5D-9B10-0FB3-95A80EA8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946-FCBE-A7F3-E327-5216D916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6146F2-80E9-1DE1-D7F6-FF7DD9BDB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1DECC4-CC72-DA18-EB14-894AF324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A7F0034-8858-A538-51CA-4ED3AA2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10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12304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39602C8D-F678-8672-953A-88CE55D9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9E762C-AA9A-10A1-0D85-AC9D80A09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26A876-B01B-AA7E-5BF2-DF647B1A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AC524-74AE-3C50-DF1C-D3BEE327D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860FBF-1FF5-C80B-31B5-555105DE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120A20-A57F-4A0C-672E-DA7B58B6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Diagonal Corner Rectangle 2"/>
          <p:cNvSpPr/>
          <p:nvPr/>
        </p:nvSpPr>
        <p:spPr>
          <a:xfrm>
            <a:off x="0" y="2330975"/>
            <a:ext cx="12191999" cy="37792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2408902"/>
            <a:ext cx="11764736" cy="357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(7).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9784" y="1130803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9995" y="1867078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61E32504-DF15-1B70-0568-A13D01705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8A648-8FC4-C7A3-3EB9-D79D9AC9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DECBBB-FDF8-6090-61BA-953CBF7E1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1FBECD-A25B-0F9E-4BA8-E3B5EF43F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8D20459-FC96-4C3C-E9D8-A1DD3ECD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CE97393-6089-BB30-0FCC-55766377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302</Words>
  <Application>Microsoft Office PowerPoint</Application>
  <PresentationFormat>Widescreen</PresentationFormat>
  <Paragraphs>58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VITISH 2026 (SIH Internal Hackathon)</vt:lpstr>
      <vt:lpstr> IDEA TITLE</vt:lpstr>
      <vt:lpstr>TECHNICAL APPROACH</vt:lpstr>
      <vt:lpstr>SOLUTION FEASIBILITY &amp; VIABILITY</vt:lpstr>
      <vt:lpstr>REAL WORLD IMPACTS, BENEFITS &amp; RELEVANCE</vt:lpstr>
      <vt:lpstr>TEAM CAPABILITY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153</cp:revision>
  <dcterms:created xsi:type="dcterms:W3CDTF">2013-12-12T18:46:50Z</dcterms:created>
  <dcterms:modified xsi:type="dcterms:W3CDTF">2026-08-17T11:27:26Z</dcterms:modified>
  <cp:category/>
</cp:coreProperties>
</file>